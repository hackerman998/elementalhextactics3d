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2536f8041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2536f8041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85b6373469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85b6373469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85b6373469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85b6373469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85b6373469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85b6373469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85b6373469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85b6373469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85b6373469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85b6373469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85b6373469_0_8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85b6373469_0_8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160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160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160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160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160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160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160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1600"/>
              </a:spcBef>
              <a:spcAft>
                <a:spcPts val="160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595975"/>
            <a:ext cx="8520600" cy="195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Game Title</a:t>
            </a:r>
            <a:endParaRPr/>
          </a:p>
        </p:txBody>
      </p:sp>
      <p:sp>
        <p:nvSpPr>
          <p:cNvPr id="57" name="Google Shape;57;p13"/>
          <p:cNvSpPr txBox="1"/>
          <p:nvPr>
            <p:ph idx="1" type="subTitle"/>
          </p:nvPr>
        </p:nvSpPr>
        <p:spPr>
          <a:xfrm>
            <a:off x="311700" y="3165823"/>
            <a:ext cx="8520600" cy="73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Tagline / Subtitle</a:t>
            </a:r>
            <a:endParaRPr/>
          </a:p>
        </p:txBody>
      </p:sp>
      <p:sp>
        <p:nvSpPr>
          <p:cNvPr id="58" name="Google Shape;58;p13"/>
          <p:cNvSpPr txBox="1"/>
          <p:nvPr>
            <p:ph idx="1" type="subTitle"/>
          </p:nvPr>
        </p:nvSpPr>
        <p:spPr>
          <a:xfrm>
            <a:off x="311700" y="4716599"/>
            <a:ext cx="8520600" cy="32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Game Pitch template by Toge Productions</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TL:DR Overview</a:t>
            </a:r>
            <a:endParaRPr/>
          </a:p>
        </p:txBody>
      </p:sp>
      <p:sp>
        <p:nvSpPr>
          <p:cNvPr id="64" name="Google Shape;64;p14"/>
          <p:cNvSpPr txBox="1"/>
          <p:nvPr>
            <p:ph idx="1" type="body"/>
          </p:nvPr>
        </p:nvSpPr>
        <p:spPr>
          <a:xfrm>
            <a:off x="638075" y="1551125"/>
            <a:ext cx="3842700" cy="332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t>High Concept</a:t>
            </a:r>
            <a:br>
              <a:rPr lang="en" sz="1000"/>
            </a:br>
            <a:r>
              <a:rPr lang="en" sz="1000"/>
              <a:t>An elevator pitch, one or two sentences that could summarize what your game is about and why it’s worth making.</a:t>
            </a:r>
            <a:endParaRPr sz="1000"/>
          </a:p>
          <a:p>
            <a:pPr indent="0" lvl="0" marL="0" rtl="0" algn="l">
              <a:spcBef>
                <a:spcPts val="1000"/>
              </a:spcBef>
              <a:spcAft>
                <a:spcPts val="0"/>
              </a:spcAft>
              <a:buNone/>
            </a:pPr>
            <a:r>
              <a:rPr b="1" lang="en" sz="1000"/>
              <a:t>Genre</a:t>
            </a:r>
            <a:br>
              <a:rPr b="1" lang="en" sz="1000"/>
            </a:br>
            <a:r>
              <a:rPr lang="en" sz="1000"/>
              <a:t>Your game’s genre and sub-genre</a:t>
            </a:r>
            <a:endParaRPr sz="1000"/>
          </a:p>
          <a:p>
            <a:pPr indent="0" lvl="0" marL="0" rtl="0" algn="l">
              <a:spcBef>
                <a:spcPts val="1000"/>
              </a:spcBef>
              <a:spcAft>
                <a:spcPts val="0"/>
              </a:spcAft>
              <a:buNone/>
            </a:pPr>
            <a:r>
              <a:rPr b="1" lang="en" sz="1000"/>
              <a:t>Core Experience</a:t>
            </a:r>
            <a:br>
              <a:rPr b="1" lang="en" sz="1000"/>
            </a:br>
            <a:r>
              <a:rPr lang="en" sz="1000"/>
              <a:t>Short explanation of what the gameplay is going to be like and what will be the player’s gameplay experience.</a:t>
            </a:r>
            <a:endParaRPr sz="1000"/>
          </a:p>
          <a:p>
            <a:pPr indent="0" lvl="0" marL="0" rtl="0" algn="l">
              <a:spcBef>
                <a:spcPts val="1000"/>
              </a:spcBef>
              <a:spcAft>
                <a:spcPts val="0"/>
              </a:spcAft>
              <a:buNone/>
            </a:pPr>
            <a:r>
              <a:rPr b="1" lang="en" sz="1000"/>
              <a:t>Key Features</a:t>
            </a:r>
            <a:br>
              <a:rPr b="1" lang="en" sz="1000"/>
            </a:br>
            <a:r>
              <a:rPr lang="en" sz="1000"/>
              <a:t>A list of your game’s key features / infobits</a:t>
            </a:r>
            <a:endParaRPr sz="1000"/>
          </a:p>
          <a:p>
            <a:pPr indent="-292100" lvl="0" marL="457200" rtl="0" algn="l">
              <a:spcBef>
                <a:spcPts val="1000"/>
              </a:spcBef>
              <a:spcAft>
                <a:spcPts val="0"/>
              </a:spcAft>
              <a:buSzPts val="1000"/>
              <a:buChar char="●"/>
            </a:pPr>
            <a:r>
              <a:rPr lang="en" sz="1000"/>
              <a:t>Feature 1</a:t>
            </a:r>
            <a:endParaRPr sz="1000"/>
          </a:p>
          <a:p>
            <a:pPr indent="-292100" lvl="0" marL="457200" rtl="0" algn="l">
              <a:spcBef>
                <a:spcPts val="1000"/>
              </a:spcBef>
              <a:spcAft>
                <a:spcPts val="0"/>
              </a:spcAft>
              <a:buSzPts val="1000"/>
              <a:buChar char="●"/>
            </a:pPr>
            <a:r>
              <a:rPr lang="en" sz="1000"/>
              <a:t>Feature 2</a:t>
            </a:r>
            <a:endParaRPr sz="1000"/>
          </a:p>
          <a:p>
            <a:pPr indent="-292100" lvl="0" marL="457200" rtl="0" algn="l">
              <a:spcBef>
                <a:spcPts val="1000"/>
              </a:spcBef>
              <a:spcAft>
                <a:spcPts val="1000"/>
              </a:spcAft>
              <a:buSzPts val="1000"/>
              <a:buChar char="●"/>
            </a:pPr>
            <a:r>
              <a:rPr lang="en" sz="1000"/>
              <a:t>Feature 3</a:t>
            </a:r>
            <a:endParaRPr sz="1000"/>
          </a:p>
        </p:txBody>
      </p:sp>
      <p:sp>
        <p:nvSpPr>
          <p:cNvPr id="65" name="Google Shape;65;p14"/>
          <p:cNvSpPr txBox="1"/>
          <p:nvPr>
            <p:ph idx="1" type="body"/>
          </p:nvPr>
        </p:nvSpPr>
        <p:spPr>
          <a:xfrm>
            <a:off x="4648200" y="1551125"/>
            <a:ext cx="3842700" cy="332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t>Target Audience</a:t>
            </a:r>
            <a:br>
              <a:rPr b="1" lang="en" sz="1000"/>
            </a:br>
            <a:r>
              <a:rPr lang="en" sz="1000"/>
              <a:t>Brief info on your main target audience, such as: age, gender, preference, etc.</a:t>
            </a:r>
            <a:endParaRPr sz="1000"/>
          </a:p>
          <a:p>
            <a:pPr indent="0" lvl="0" marL="0" rtl="0" algn="l">
              <a:spcBef>
                <a:spcPts val="1000"/>
              </a:spcBef>
              <a:spcAft>
                <a:spcPts val="0"/>
              </a:spcAft>
              <a:buNone/>
            </a:pPr>
            <a:r>
              <a:rPr b="1" lang="en" sz="1000"/>
              <a:t>Target Platform</a:t>
            </a:r>
            <a:br>
              <a:rPr lang="en" sz="1000"/>
            </a:br>
            <a:r>
              <a:rPr lang="en" sz="1000"/>
              <a:t>Your game’s intended release platform, such as: PC, Console, Mobile, etc</a:t>
            </a:r>
            <a:endParaRPr sz="1000"/>
          </a:p>
          <a:p>
            <a:pPr indent="0" lvl="0" marL="0" rtl="0" algn="l">
              <a:spcBef>
                <a:spcPts val="1000"/>
              </a:spcBef>
              <a:spcAft>
                <a:spcPts val="1000"/>
              </a:spcAft>
              <a:buNone/>
            </a:pPr>
            <a:r>
              <a:rPr b="1" lang="en" sz="1000"/>
              <a:t>Business Model</a:t>
            </a:r>
            <a:br>
              <a:rPr b="1" lang="en" sz="1000"/>
            </a:br>
            <a:r>
              <a:rPr lang="en" sz="1000"/>
              <a:t>A brief explanation on your business model. Is your game going to be F2P or Premium, how much are you going to sell it?</a:t>
            </a:r>
            <a:endParaRPr sz="1000"/>
          </a:p>
        </p:txBody>
      </p:sp>
      <p:sp>
        <p:nvSpPr>
          <p:cNvPr id="66" name="Google Shape;66;p14"/>
          <p:cNvSpPr txBox="1"/>
          <p:nvPr>
            <p:ph idx="1" type="body"/>
          </p:nvPr>
        </p:nvSpPr>
        <p:spPr>
          <a:xfrm>
            <a:off x="311700" y="1152475"/>
            <a:ext cx="8520600" cy="460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400"/>
              <a:t>This is a one page elevator pitch / summary of your entire pitch.</a:t>
            </a:r>
            <a:endParaRPr sz="1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Market Opportunity</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In this section, explain in detail the current market conditions, problems, niche, or opportunity that you intend to capture or solve with your game. This section can be expanded into several pages.</a:t>
            </a:r>
            <a:endParaRPr sz="1400"/>
          </a:p>
          <a:p>
            <a:pPr indent="-317500" lvl="0" marL="457200" rtl="0" algn="l">
              <a:spcBef>
                <a:spcPts val="1600"/>
              </a:spcBef>
              <a:spcAft>
                <a:spcPts val="0"/>
              </a:spcAft>
              <a:buSzPts val="1400"/>
              <a:buChar char="●"/>
            </a:pPr>
            <a:r>
              <a:rPr lang="en" sz="1400"/>
              <a:t>Target Market &amp; </a:t>
            </a:r>
            <a:r>
              <a:rPr lang="en" sz="1400"/>
              <a:t>User Persona</a:t>
            </a:r>
            <a:endParaRPr sz="1400"/>
          </a:p>
          <a:p>
            <a:pPr indent="-292100" lvl="1" marL="914400" rtl="0" algn="l">
              <a:spcBef>
                <a:spcPts val="0"/>
              </a:spcBef>
              <a:spcAft>
                <a:spcPts val="0"/>
              </a:spcAft>
              <a:buSzPts val="1000"/>
              <a:buChar char="○"/>
            </a:pPr>
            <a:r>
              <a:rPr lang="en" sz="1000"/>
              <a:t>Age, gender, location</a:t>
            </a:r>
            <a:endParaRPr sz="1000"/>
          </a:p>
          <a:p>
            <a:pPr indent="-292100" lvl="1" marL="914400" rtl="0" algn="l">
              <a:spcBef>
                <a:spcPts val="0"/>
              </a:spcBef>
              <a:spcAft>
                <a:spcPts val="0"/>
              </a:spcAft>
              <a:buSzPts val="1000"/>
              <a:buChar char="○"/>
            </a:pPr>
            <a:r>
              <a:rPr lang="en" sz="1000"/>
              <a:t>Pain and desire</a:t>
            </a:r>
            <a:endParaRPr sz="1000"/>
          </a:p>
          <a:p>
            <a:pPr indent="-292100" lvl="1" marL="914400" rtl="0" algn="l">
              <a:spcBef>
                <a:spcPts val="0"/>
              </a:spcBef>
              <a:spcAft>
                <a:spcPts val="0"/>
              </a:spcAft>
              <a:buSzPts val="1000"/>
              <a:buChar char="○"/>
            </a:pPr>
            <a:r>
              <a:rPr lang="en" sz="1000"/>
              <a:t>Motivators and interests</a:t>
            </a:r>
            <a:endParaRPr sz="1000"/>
          </a:p>
          <a:p>
            <a:pPr indent="-317500" lvl="0" marL="457200" rtl="0" algn="l">
              <a:spcBef>
                <a:spcPts val="0"/>
              </a:spcBef>
              <a:spcAft>
                <a:spcPts val="0"/>
              </a:spcAft>
              <a:buSzPts val="1400"/>
              <a:buChar char="●"/>
            </a:pPr>
            <a:r>
              <a:rPr lang="en" sz="1400"/>
              <a:t>Identify Problems or Opportunities</a:t>
            </a:r>
            <a:endParaRPr sz="1400"/>
          </a:p>
          <a:p>
            <a:pPr indent="-292100" lvl="1" marL="914400" rtl="0" algn="l">
              <a:spcBef>
                <a:spcPts val="0"/>
              </a:spcBef>
              <a:spcAft>
                <a:spcPts val="0"/>
              </a:spcAft>
              <a:buSzPts val="1000"/>
              <a:buChar char="○"/>
            </a:pPr>
            <a:r>
              <a:rPr lang="en" sz="1000"/>
              <a:t>Niche or underserved market</a:t>
            </a:r>
            <a:endParaRPr sz="1000"/>
          </a:p>
          <a:p>
            <a:pPr indent="-292100" lvl="1" marL="914400" rtl="0" algn="l">
              <a:spcBef>
                <a:spcPts val="0"/>
              </a:spcBef>
              <a:spcAft>
                <a:spcPts val="0"/>
              </a:spcAft>
              <a:buSzPts val="1000"/>
              <a:buChar char="○"/>
            </a:pPr>
            <a:r>
              <a:rPr lang="en" sz="1000"/>
              <a:t>Player frustrations</a:t>
            </a:r>
            <a:endParaRPr sz="1000"/>
          </a:p>
          <a:p>
            <a:pPr indent="-292100" lvl="1" marL="914400" rtl="0" algn="l">
              <a:spcBef>
                <a:spcPts val="0"/>
              </a:spcBef>
              <a:spcAft>
                <a:spcPts val="0"/>
              </a:spcAft>
              <a:buSzPts val="1000"/>
              <a:buChar char="○"/>
            </a:pPr>
            <a:r>
              <a:rPr lang="en" sz="1000"/>
              <a:t>Supply vs demand</a:t>
            </a:r>
            <a:endParaRPr sz="1000"/>
          </a:p>
          <a:p>
            <a:pPr indent="-317500" lvl="0" marL="457200" rtl="0" algn="l">
              <a:spcBef>
                <a:spcPts val="0"/>
              </a:spcBef>
              <a:spcAft>
                <a:spcPts val="0"/>
              </a:spcAft>
              <a:buSzPts val="1400"/>
              <a:buChar char="●"/>
            </a:pPr>
            <a:r>
              <a:rPr lang="en" sz="1400"/>
              <a:t>Benchmark &amp; Competitors</a:t>
            </a:r>
            <a:endParaRPr sz="1400"/>
          </a:p>
          <a:p>
            <a:pPr indent="-292100" lvl="1" marL="914400" rtl="0" algn="l">
              <a:spcBef>
                <a:spcPts val="0"/>
              </a:spcBef>
              <a:spcAft>
                <a:spcPts val="0"/>
              </a:spcAft>
              <a:buSzPts val="1000"/>
              <a:buChar char="○"/>
            </a:pPr>
            <a:r>
              <a:rPr lang="en" sz="1000"/>
              <a:t>Sales</a:t>
            </a:r>
            <a:endParaRPr sz="1000"/>
          </a:p>
          <a:p>
            <a:pPr indent="-292100" lvl="1" marL="914400" rtl="0" algn="l">
              <a:spcBef>
                <a:spcPts val="0"/>
              </a:spcBef>
              <a:spcAft>
                <a:spcPts val="0"/>
              </a:spcAft>
              <a:buSzPts val="1000"/>
              <a:buChar char="○"/>
            </a:pPr>
            <a:r>
              <a:rPr lang="en" sz="1000"/>
              <a:t>Positioning</a:t>
            </a:r>
            <a:endParaRPr sz="1000"/>
          </a:p>
          <a:p>
            <a:pPr indent="-292100" lvl="1" marL="914400" rtl="0" algn="l">
              <a:spcBef>
                <a:spcPts val="0"/>
              </a:spcBef>
              <a:spcAft>
                <a:spcPts val="0"/>
              </a:spcAft>
              <a:buSzPts val="1000"/>
              <a:buChar char="○"/>
            </a:pPr>
            <a:r>
              <a:rPr lang="en" sz="1000"/>
              <a:t>Quality standard</a:t>
            </a:r>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&amp; Solution</a:t>
            </a:r>
            <a:endParaRPr/>
          </a:p>
        </p:txBody>
      </p:sp>
      <p:sp>
        <p:nvSpPr>
          <p:cNvPr id="78" name="Google Shape;78;p16"/>
          <p:cNvSpPr txBox="1"/>
          <p:nvPr>
            <p:ph idx="1" type="body"/>
          </p:nvPr>
        </p:nvSpPr>
        <p:spPr>
          <a:xfrm>
            <a:off x="311700" y="1152475"/>
            <a:ext cx="4260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In this section, explain in detail about your game and how </a:t>
            </a:r>
            <a:r>
              <a:rPr lang="en" sz="1100"/>
              <a:t>it </a:t>
            </a:r>
            <a:r>
              <a:rPr lang="en" sz="1100"/>
              <a:t>will capture the opportunity or become a solution. </a:t>
            </a:r>
            <a:r>
              <a:rPr lang="en" sz="1100"/>
              <a:t>This section can be expanded into several pages.</a:t>
            </a:r>
            <a:endParaRPr sz="1100"/>
          </a:p>
          <a:p>
            <a:pPr indent="-317500" lvl="0" marL="457200" rtl="0" algn="l">
              <a:spcBef>
                <a:spcPts val="1600"/>
              </a:spcBef>
              <a:spcAft>
                <a:spcPts val="0"/>
              </a:spcAft>
              <a:buSzPts val="1400"/>
              <a:buChar char="●"/>
            </a:pPr>
            <a:r>
              <a:rPr lang="en" sz="1400"/>
              <a:t>Vision &amp; Mission</a:t>
            </a:r>
            <a:endParaRPr sz="1400"/>
          </a:p>
          <a:p>
            <a:pPr indent="-317500" lvl="0" marL="457200" rtl="0" algn="l">
              <a:spcBef>
                <a:spcPts val="0"/>
              </a:spcBef>
              <a:spcAft>
                <a:spcPts val="0"/>
              </a:spcAft>
              <a:buSzPts val="1400"/>
              <a:buChar char="●"/>
            </a:pPr>
            <a:r>
              <a:rPr lang="en" sz="1400"/>
              <a:t>Design Pillars / Design Direction</a:t>
            </a:r>
            <a:endParaRPr sz="1400"/>
          </a:p>
          <a:p>
            <a:pPr indent="-292100" lvl="1" marL="914400" rtl="0" algn="l">
              <a:spcBef>
                <a:spcPts val="0"/>
              </a:spcBef>
              <a:spcAft>
                <a:spcPts val="0"/>
              </a:spcAft>
              <a:buSzPts val="1000"/>
              <a:buChar char="○"/>
            </a:pPr>
            <a:r>
              <a:rPr lang="en" sz="1000"/>
              <a:t>Theme, setting, and premise</a:t>
            </a:r>
            <a:endParaRPr sz="1000"/>
          </a:p>
          <a:p>
            <a:pPr indent="-292100" lvl="1" marL="914400" rtl="0" algn="l">
              <a:spcBef>
                <a:spcPts val="0"/>
              </a:spcBef>
              <a:spcAft>
                <a:spcPts val="0"/>
              </a:spcAft>
              <a:buSzPts val="1000"/>
              <a:buChar char="○"/>
            </a:pPr>
            <a:r>
              <a:rPr lang="en" sz="1000"/>
              <a:t>Art style and play style</a:t>
            </a:r>
            <a:endParaRPr sz="1000"/>
          </a:p>
          <a:p>
            <a:pPr indent="-292100" lvl="1" marL="914400" rtl="0" algn="l">
              <a:spcBef>
                <a:spcPts val="0"/>
              </a:spcBef>
              <a:spcAft>
                <a:spcPts val="0"/>
              </a:spcAft>
              <a:buSzPts val="1000"/>
              <a:buChar char="○"/>
            </a:pPr>
            <a:r>
              <a:rPr lang="en" sz="1000"/>
              <a:t>Game flow &amp; core loop</a:t>
            </a:r>
            <a:endParaRPr sz="1000"/>
          </a:p>
          <a:p>
            <a:pPr indent="-317500" lvl="0" marL="457200" rtl="0" algn="l">
              <a:spcBef>
                <a:spcPts val="0"/>
              </a:spcBef>
              <a:spcAft>
                <a:spcPts val="0"/>
              </a:spcAft>
              <a:buSzPts val="1400"/>
              <a:buChar char="●"/>
            </a:pPr>
            <a:r>
              <a:rPr lang="en" sz="1400"/>
              <a:t>Value Proposition</a:t>
            </a:r>
            <a:endParaRPr sz="1400"/>
          </a:p>
          <a:p>
            <a:pPr indent="-292100" lvl="1" marL="914400" rtl="0" algn="l">
              <a:spcBef>
                <a:spcPts val="0"/>
              </a:spcBef>
              <a:spcAft>
                <a:spcPts val="0"/>
              </a:spcAft>
              <a:buSzPts val="1000"/>
              <a:buChar char="○"/>
            </a:pPr>
            <a:r>
              <a:rPr lang="en" sz="1000"/>
              <a:t>Hooks</a:t>
            </a:r>
            <a:endParaRPr sz="1000"/>
          </a:p>
          <a:p>
            <a:pPr indent="-292100" lvl="1" marL="914400" rtl="0" algn="l">
              <a:spcBef>
                <a:spcPts val="0"/>
              </a:spcBef>
              <a:spcAft>
                <a:spcPts val="0"/>
              </a:spcAft>
              <a:buSzPts val="1000"/>
              <a:buChar char="○"/>
            </a:pPr>
            <a:r>
              <a:rPr lang="en" sz="1000"/>
              <a:t>Pain Relievers</a:t>
            </a:r>
            <a:endParaRPr sz="1000"/>
          </a:p>
          <a:p>
            <a:pPr indent="-292100" lvl="1" marL="914400" rtl="0" algn="l">
              <a:spcBef>
                <a:spcPts val="0"/>
              </a:spcBef>
              <a:spcAft>
                <a:spcPts val="0"/>
              </a:spcAft>
              <a:buSzPts val="1000"/>
              <a:buChar char="○"/>
            </a:pPr>
            <a:r>
              <a:rPr lang="en" sz="1000"/>
              <a:t>Benefits</a:t>
            </a:r>
            <a:endParaRPr sz="1000"/>
          </a:p>
          <a:p>
            <a:pPr indent="-292100" lvl="1" marL="914400" rtl="0" algn="l">
              <a:spcBef>
                <a:spcPts val="0"/>
              </a:spcBef>
              <a:spcAft>
                <a:spcPts val="0"/>
              </a:spcAft>
              <a:buSzPts val="1000"/>
              <a:buChar char="○"/>
            </a:pPr>
            <a:r>
              <a:rPr lang="en" sz="1000"/>
              <a:t>Unique Selling Points</a:t>
            </a:r>
            <a:endParaRPr sz="1000"/>
          </a:p>
          <a:p>
            <a:pPr indent="-317500" lvl="0" marL="457200" rtl="0" algn="l">
              <a:spcBef>
                <a:spcPts val="0"/>
              </a:spcBef>
              <a:spcAft>
                <a:spcPts val="0"/>
              </a:spcAft>
              <a:buSzPts val="1400"/>
              <a:buChar char="●"/>
            </a:pPr>
            <a:r>
              <a:rPr lang="en" sz="1400"/>
              <a:t>Proof of concept &amp; validations</a:t>
            </a:r>
            <a:endParaRPr sz="1400"/>
          </a:p>
          <a:p>
            <a:pPr indent="-292100" lvl="1" marL="914400" rtl="0" algn="l">
              <a:spcBef>
                <a:spcPts val="0"/>
              </a:spcBef>
              <a:spcAft>
                <a:spcPts val="0"/>
              </a:spcAft>
              <a:buSzPts val="1000"/>
              <a:buChar char="○"/>
            </a:pPr>
            <a:r>
              <a:rPr lang="en" sz="1000"/>
              <a:t>Concept art and screenshots</a:t>
            </a:r>
            <a:endParaRPr sz="1000"/>
          </a:p>
          <a:p>
            <a:pPr indent="-292100" lvl="1" marL="914400" rtl="0" algn="l">
              <a:spcBef>
                <a:spcPts val="0"/>
              </a:spcBef>
              <a:spcAft>
                <a:spcPts val="0"/>
              </a:spcAft>
              <a:buSzPts val="1000"/>
              <a:buChar char="○"/>
            </a:pPr>
            <a:r>
              <a:rPr lang="en" sz="1000"/>
              <a:t>Tech demo</a:t>
            </a:r>
            <a:endParaRPr sz="1000"/>
          </a:p>
          <a:p>
            <a:pPr indent="-292100" lvl="1" marL="914400" rtl="0" algn="l">
              <a:spcBef>
                <a:spcPts val="0"/>
              </a:spcBef>
              <a:spcAft>
                <a:spcPts val="0"/>
              </a:spcAft>
              <a:buSzPts val="1000"/>
              <a:buChar char="○"/>
            </a:pPr>
            <a:r>
              <a:rPr lang="en" sz="1000"/>
              <a:t>Trailer</a:t>
            </a:r>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Execution Plan</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In this section, explain how are you going to execute and deliver the game.</a:t>
            </a:r>
            <a:endParaRPr sz="1600"/>
          </a:p>
          <a:p>
            <a:pPr indent="-330200" lvl="0" marL="457200" rtl="0" algn="l">
              <a:spcBef>
                <a:spcPts val="1600"/>
              </a:spcBef>
              <a:spcAft>
                <a:spcPts val="0"/>
              </a:spcAft>
              <a:buSzPts val="1600"/>
              <a:buChar char="●"/>
            </a:pPr>
            <a:r>
              <a:rPr lang="en" sz="1600"/>
              <a:t>Current Project State</a:t>
            </a:r>
            <a:endParaRPr sz="1600"/>
          </a:p>
          <a:p>
            <a:pPr indent="-330200" lvl="0" marL="457200" rtl="0" algn="l">
              <a:spcBef>
                <a:spcPts val="0"/>
              </a:spcBef>
              <a:spcAft>
                <a:spcPts val="0"/>
              </a:spcAft>
              <a:buSzPts val="1600"/>
              <a:buChar char="●"/>
            </a:pPr>
            <a:r>
              <a:rPr lang="en" sz="1600"/>
              <a:t>Scope of project</a:t>
            </a:r>
            <a:endParaRPr sz="1600"/>
          </a:p>
          <a:p>
            <a:pPr indent="-330200" lvl="0" marL="457200" rtl="0" algn="l">
              <a:spcBef>
                <a:spcPts val="0"/>
              </a:spcBef>
              <a:spcAft>
                <a:spcPts val="0"/>
              </a:spcAft>
              <a:buSzPts val="1600"/>
              <a:buChar char="●"/>
            </a:pPr>
            <a:r>
              <a:rPr lang="en" sz="1600"/>
              <a:t>Timeline &amp; Milestones</a:t>
            </a:r>
            <a:endParaRPr sz="1600"/>
          </a:p>
          <a:p>
            <a:pPr indent="-330200" lvl="0" marL="457200" rtl="0" algn="l">
              <a:spcBef>
                <a:spcPts val="0"/>
              </a:spcBef>
              <a:spcAft>
                <a:spcPts val="0"/>
              </a:spcAft>
              <a:buSzPts val="1600"/>
              <a:buChar char="●"/>
            </a:pPr>
            <a:r>
              <a:rPr lang="en" sz="1600"/>
              <a:t>Development Team</a:t>
            </a:r>
            <a:endParaRPr sz="1600"/>
          </a:p>
          <a:p>
            <a:pPr indent="-330200" lvl="0" marL="457200" rtl="0" algn="l">
              <a:spcBef>
                <a:spcPts val="0"/>
              </a:spcBef>
              <a:spcAft>
                <a:spcPts val="0"/>
              </a:spcAft>
              <a:buSzPts val="1600"/>
              <a:buChar char="●"/>
            </a:pPr>
            <a:r>
              <a:rPr lang="en" sz="1600"/>
              <a:t>Budget &amp; Cost</a:t>
            </a:r>
            <a:endParaRPr sz="1600"/>
          </a:p>
          <a:p>
            <a:pPr indent="-330200" lvl="0" marL="457200" rtl="0" algn="l">
              <a:spcBef>
                <a:spcPts val="0"/>
              </a:spcBef>
              <a:spcAft>
                <a:spcPts val="0"/>
              </a:spcAft>
              <a:buSzPts val="1600"/>
              <a:buChar char="●"/>
            </a:pPr>
            <a:r>
              <a:rPr lang="en" sz="1600"/>
              <a:t>Risk &amp; Challenges</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Ask</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section, explain and show what you are asking from the investor/publisher, what do you need and what will they get in return.</a:t>
            </a:r>
            <a:endParaRPr/>
          </a:p>
          <a:p>
            <a:pPr indent="-342900" lvl="0" marL="457200" rtl="0" algn="l">
              <a:spcBef>
                <a:spcPts val="1600"/>
              </a:spcBef>
              <a:spcAft>
                <a:spcPts val="0"/>
              </a:spcAft>
              <a:buSzPts val="1800"/>
              <a:buChar char="●"/>
            </a:pPr>
            <a:r>
              <a:rPr lang="en"/>
              <a:t>Investment Funding</a:t>
            </a:r>
            <a:endParaRPr/>
          </a:p>
          <a:p>
            <a:pPr indent="-342900" lvl="0" marL="457200" rtl="0" algn="l">
              <a:spcBef>
                <a:spcPts val="0"/>
              </a:spcBef>
              <a:spcAft>
                <a:spcPts val="0"/>
              </a:spcAft>
              <a:buSzPts val="1800"/>
              <a:buChar char="●"/>
            </a:pPr>
            <a:r>
              <a:rPr lang="en"/>
              <a:t>Rev share</a:t>
            </a:r>
            <a:endParaRPr/>
          </a:p>
          <a:p>
            <a:pPr indent="-342900" lvl="0" marL="457200" rtl="0" algn="l">
              <a:spcBef>
                <a:spcPts val="0"/>
              </a:spcBef>
              <a:spcAft>
                <a:spcPts val="0"/>
              </a:spcAft>
              <a:buSzPts val="1800"/>
              <a:buChar char="●"/>
            </a:pPr>
            <a:r>
              <a:rPr lang="en"/>
              <a:t>Support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info</a:t>
            </a:r>
            <a:endParaRPr/>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more info here</a:t>
            </a:r>
            <a:endParaRPr/>
          </a:p>
          <a:p>
            <a:pPr indent="-342900" lvl="0" marL="457200" rtl="0" algn="l">
              <a:spcBef>
                <a:spcPts val="1600"/>
              </a:spcBef>
              <a:spcAft>
                <a:spcPts val="0"/>
              </a:spcAft>
              <a:buSzPts val="1800"/>
              <a:buChar char="●"/>
            </a:pPr>
            <a:r>
              <a:rPr lang="en"/>
              <a:t>Link to playable prototype</a:t>
            </a:r>
            <a:endParaRPr/>
          </a:p>
          <a:p>
            <a:pPr indent="-342900" lvl="0" marL="457200" rtl="0" algn="l">
              <a:spcBef>
                <a:spcPts val="0"/>
              </a:spcBef>
              <a:spcAft>
                <a:spcPts val="0"/>
              </a:spcAft>
              <a:buSzPts val="1800"/>
              <a:buChar char="●"/>
            </a:pPr>
            <a:r>
              <a:rPr lang="en"/>
              <a:t>Your email</a:t>
            </a:r>
            <a:endParaRPr/>
          </a:p>
          <a:p>
            <a:pPr indent="-342900" lvl="0" marL="457200" rtl="0" algn="l">
              <a:spcBef>
                <a:spcPts val="0"/>
              </a:spcBef>
              <a:spcAft>
                <a:spcPts val="0"/>
              </a:spcAft>
              <a:buSzPts val="1800"/>
              <a:buChar char="●"/>
            </a:pPr>
            <a:r>
              <a:rPr lang="en"/>
              <a:t>etc.</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